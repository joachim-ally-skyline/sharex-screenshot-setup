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hortcuts" id="{58180996-7336-8764-A680-201D76FEAF2D}">
          <p14:sldIdLst>
            <p14:sldId id="256"/>
          </p14:sldIdLst>
        </p14:section>
        <p14:section name="Try it" id="{3984F790-BF81-9FA4-A1AC-4490F13AD3C9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2492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Ctrl+Shift+1: frame chooser. Ctrl+Shift+2: default grey rounded border. Ctrl+Shift+3: straight to the clipboard, ideal for pasting into AI when you want speed and no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backs up existing ShareX settings first and installs ShareX only when it is missing. It changes only the three region hotkeys, the frames, sound and the exit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Screenshots in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three shortcuts</a:t>
            </a:r>
            <a:endParaRPr lang="en-US" sz="3400" dirty="0"/>
          </a:p>
        </p:txBody>
      </p:sp>
      <p:pic>
        <p:nvPicPr>
          <p:cNvPr id="5" name="Decor:schema-sharex-shortcuts" descr="C:\Temp\ShareX-Training\Presentations\_build\graphics\schema-sharex-shortcu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3205213" cy="3383280"/>
          </a:xfrm>
          <a:prstGeom prst="roundRect">
            <a:avLst>
              <a:gd name="adj" fmla="val 342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1252415" y="2215254"/>
            <a:ext cx="85472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8" name="Schema"/>
          <p:cNvSpPr/>
          <p:nvPr/>
        </p:nvSpPr>
        <p:spPr>
          <a:xfrm>
            <a:off x="2196172" y="2215254"/>
            <a:ext cx="997177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9" name="Schema"/>
          <p:cNvSpPr/>
          <p:nvPr/>
        </p:nvSpPr>
        <p:spPr>
          <a:xfrm>
            <a:off x="3282383" y="2215254"/>
            <a:ext cx="64104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0" name="Schema"/>
          <p:cNvSpPr/>
          <p:nvPr/>
        </p:nvSpPr>
        <p:spPr>
          <a:xfrm>
            <a:off x="1252415" y="4779424"/>
            <a:ext cx="558825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1" name="Schema"/>
          <p:cNvSpPr/>
          <p:nvPr/>
        </p:nvSpPr>
        <p:spPr>
          <a:xfrm>
            <a:off x="1873564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2" name="Schema"/>
          <p:cNvSpPr/>
          <p:nvPr/>
        </p:nvSpPr>
        <p:spPr>
          <a:xfrm>
            <a:off x="4493241" y="1965960"/>
            <a:ext cx="3205213" cy="3383280"/>
          </a:xfrm>
          <a:prstGeom prst="roundRect">
            <a:avLst>
              <a:gd name="adj" fmla="val 342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3" name="Schema"/>
          <p:cNvSpPr/>
          <p:nvPr/>
        </p:nvSpPr>
        <p:spPr>
          <a:xfrm>
            <a:off x="4706922" y="2215254"/>
            <a:ext cx="85472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4" name="Schema"/>
          <p:cNvSpPr/>
          <p:nvPr/>
        </p:nvSpPr>
        <p:spPr>
          <a:xfrm>
            <a:off x="5650679" y="2215254"/>
            <a:ext cx="997177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5" name="Schema"/>
          <p:cNvSpPr/>
          <p:nvPr/>
        </p:nvSpPr>
        <p:spPr>
          <a:xfrm>
            <a:off x="6736890" y="2215254"/>
            <a:ext cx="64104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6" name="Schema"/>
          <p:cNvSpPr/>
          <p:nvPr/>
        </p:nvSpPr>
        <p:spPr>
          <a:xfrm>
            <a:off x="4706922" y="4779424"/>
            <a:ext cx="887972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7" name="Schema"/>
          <p:cNvSpPr/>
          <p:nvPr/>
        </p:nvSpPr>
        <p:spPr>
          <a:xfrm>
            <a:off x="5657218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8" name="Schema"/>
          <p:cNvSpPr/>
          <p:nvPr/>
        </p:nvSpPr>
        <p:spPr>
          <a:xfrm>
            <a:off x="7947748" y="1965960"/>
            <a:ext cx="3205213" cy="3383280"/>
          </a:xfrm>
          <a:prstGeom prst="roundRect">
            <a:avLst>
              <a:gd name="adj" fmla="val 342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19" name="Schema"/>
          <p:cNvSpPr/>
          <p:nvPr/>
        </p:nvSpPr>
        <p:spPr>
          <a:xfrm>
            <a:off x="8161429" y="2215254"/>
            <a:ext cx="85472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0" name="Schema"/>
          <p:cNvSpPr/>
          <p:nvPr/>
        </p:nvSpPr>
        <p:spPr>
          <a:xfrm>
            <a:off x="9105186" y="2215254"/>
            <a:ext cx="997177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1" name="Schema"/>
          <p:cNvSpPr/>
          <p:nvPr/>
        </p:nvSpPr>
        <p:spPr>
          <a:xfrm>
            <a:off x="10191397" y="2215254"/>
            <a:ext cx="641043" cy="641043"/>
          </a:xfrm>
          <a:prstGeom prst="roundRect">
            <a:avLst>
              <a:gd name="adj" fmla="val 17117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2" name="Schema"/>
          <p:cNvSpPr/>
          <p:nvPr/>
        </p:nvSpPr>
        <p:spPr>
          <a:xfrm>
            <a:off x="8161429" y="4779424"/>
            <a:ext cx="887972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3" name="Schema"/>
          <p:cNvSpPr/>
          <p:nvPr/>
        </p:nvSpPr>
        <p:spPr>
          <a:xfrm>
            <a:off x="9111725" y="4779424"/>
            <a:ext cx="760960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4" name="Text:schema"/>
          <p:cNvSpPr/>
          <p:nvPr/>
        </p:nvSpPr>
        <p:spPr>
          <a:xfrm>
            <a:off x="1487381" y="2406677"/>
            <a:ext cx="384653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683" dirty="0"/>
          </a:p>
        </p:txBody>
      </p:sp>
      <p:sp>
        <p:nvSpPr>
          <p:cNvPr id="25" name="Text:schema"/>
          <p:cNvSpPr/>
          <p:nvPr/>
        </p:nvSpPr>
        <p:spPr>
          <a:xfrm>
            <a:off x="2451866" y="2406677"/>
            <a:ext cx="485790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683" dirty="0"/>
          </a:p>
        </p:txBody>
      </p:sp>
      <p:sp>
        <p:nvSpPr>
          <p:cNvPr id="26" name="Text:schema"/>
          <p:cNvSpPr/>
          <p:nvPr/>
        </p:nvSpPr>
        <p:spPr>
          <a:xfrm>
            <a:off x="3556718" y="2406677"/>
            <a:ext cx="92233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83" dirty="0"/>
          </a:p>
        </p:txBody>
      </p:sp>
      <p:sp>
        <p:nvSpPr>
          <p:cNvPr id="27" name="Text:schema"/>
          <p:cNvSpPr/>
          <p:nvPr/>
        </p:nvSpPr>
        <p:spPr>
          <a:xfrm>
            <a:off x="1252415" y="3105591"/>
            <a:ext cx="132674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MATTERS</a:t>
            </a:r>
            <a:endParaRPr lang="en-US" sz="911" dirty="0"/>
          </a:p>
        </p:txBody>
      </p:sp>
      <p:sp>
        <p:nvSpPr>
          <p:cNvPr id="28" name="Text:schema"/>
          <p:cNvSpPr/>
          <p:nvPr/>
        </p:nvSpPr>
        <p:spPr>
          <a:xfrm>
            <a:off x="1252415" y="3354885"/>
            <a:ext cx="1394073" cy="293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87"/>
              </a:lnSpc>
              <a:buNone/>
            </a:pPr>
            <a:r>
              <a:rPr lang="en-US" sz="182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frame</a:t>
            </a:r>
            <a:endParaRPr lang="en-US" sz="1823" dirty="0"/>
          </a:p>
        </p:txBody>
      </p:sp>
      <p:sp>
        <p:nvSpPr>
          <p:cNvPr id="29" name="Text:schema"/>
          <p:cNvSpPr/>
          <p:nvPr/>
        </p:nvSpPr>
        <p:spPr>
          <a:xfrm>
            <a:off x="1252415" y="3817861"/>
            <a:ext cx="2971232" cy="441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9"/>
              </a:lnSpc>
              <a:buNone/>
            </a:pPr>
            <a:r>
              <a:rPr lang="en-US" sz="119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an area, choose one of 10 frames, annotate, hit Enter.</a:t>
            </a:r>
            <a:endParaRPr lang="en-US" sz="1192" dirty="0"/>
          </a:p>
        </p:txBody>
      </p:sp>
      <p:sp>
        <p:nvSpPr>
          <p:cNvPr id="30" name="Text:schema"/>
          <p:cNvSpPr/>
          <p:nvPr/>
        </p:nvSpPr>
        <p:spPr>
          <a:xfrm>
            <a:off x="1350352" y="4823941"/>
            <a:ext cx="36295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</a:t>
            </a:r>
            <a:endParaRPr lang="en-US" sz="946" dirty="0"/>
          </a:p>
        </p:txBody>
      </p:sp>
      <p:sp>
        <p:nvSpPr>
          <p:cNvPr id="31" name="Text:schema"/>
          <p:cNvSpPr/>
          <p:nvPr/>
        </p:nvSpPr>
        <p:spPr>
          <a:xfrm>
            <a:off x="1971501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32" name="Text:schema"/>
          <p:cNvSpPr/>
          <p:nvPr/>
        </p:nvSpPr>
        <p:spPr>
          <a:xfrm>
            <a:off x="4941888" y="2406677"/>
            <a:ext cx="384653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683" dirty="0"/>
          </a:p>
        </p:txBody>
      </p:sp>
      <p:sp>
        <p:nvSpPr>
          <p:cNvPr id="33" name="Text:schema"/>
          <p:cNvSpPr/>
          <p:nvPr/>
        </p:nvSpPr>
        <p:spPr>
          <a:xfrm>
            <a:off x="5906373" y="2406677"/>
            <a:ext cx="485790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683" dirty="0"/>
          </a:p>
        </p:txBody>
      </p:sp>
      <p:sp>
        <p:nvSpPr>
          <p:cNvPr id="34" name="Text:schema"/>
          <p:cNvSpPr/>
          <p:nvPr/>
        </p:nvSpPr>
        <p:spPr>
          <a:xfrm>
            <a:off x="6990080" y="2406677"/>
            <a:ext cx="134663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83" dirty="0"/>
          </a:p>
        </p:txBody>
      </p:sp>
      <p:sp>
        <p:nvSpPr>
          <p:cNvPr id="35" name="Text:schema"/>
          <p:cNvSpPr/>
          <p:nvPr/>
        </p:nvSpPr>
        <p:spPr>
          <a:xfrm>
            <a:off x="4706922" y="3105591"/>
            <a:ext cx="740927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USE</a:t>
            </a:r>
            <a:endParaRPr lang="en-US" sz="911" dirty="0"/>
          </a:p>
        </p:txBody>
      </p:sp>
      <p:sp>
        <p:nvSpPr>
          <p:cNvPr id="36" name="Text:schema"/>
          <p:cNvSpPr/>
          <p:nvPr/>
        </p:nvSpPr>
        <p:spPr>
          <a:xfrm>
            <a:off x="4706922" y="3354885"/>
            <a:ext cx="1344826" cy="293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87"/>
              </a:lnSpc>
              <a:buNone/>
            </a:pPr>
            <a:r>
              <a:rPr lang="en-US" sz="182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</a:t>
            </a:r>
            <a:endParaRPr lang="en-US" sz="1823" dirty="0"/>
          </a:p>
        </p:txBody>
      </p:sp>
      <p:sp>
        <p:nvSpPr>
          <p:cNvPr id="37" name="Text:schema"/>
          <p:cNvSpPr/>
          <p:nvPr/>
        </p:nvSpPr>
        <p:spPr>
          <a:xfrm>
            <a:off x="4706922" y="3817861"/>
            <a:ext cx="2971232" cy="441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9"/>
              </a:lnSpc>
              <a:buNone/>
            </a:pPr>
            <a:r>
              <a:rPr lang="en-US" sz="119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an area and you get the rounded grey border. Add an arrow, hit Enter.</a:t>
            </a:r>
            <a:endParaRPr lang="en-US" sz="1192" dirty="0"/>
          </a:p>
        </p:txBody>
      </p:sp>
      <p:sp>
        <p:nvSpPr>
          <p:cNvPr id="38" name="Text:schema"/>
          <p:cNvSpPr/>
          <p:nvPr/>
        </p:nvSpPr>
        <p:spPr>
          <a:xfrm>
            <a:off x="4804859" y="4823941"/>
            <a:ext cx="692098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</a:t>
            </a:r>
            <a:endParaRPr lang="en-US" sz="946" dirty="0"/>
          </a:p>
        </p:txBody>
      </p:sp>
      <p:sp>
        <p:nvSpPr>
          <p:cNvPr id="39" name="Text:schema"/>
          <p:cNvSpPr/>
          <p:nvPr/>
        </p:nvSpPr>
        <p:spPr>
          <a:xfrm>
            <a:off x="5755155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40" name="Text:schema"/>
          <p:cNvSpPr/>
          <p:nvPr/>
        </p:nvSpPr>
        <p:spPr>
          <a:xfrm>
            <a:off x="8396395" y="2406677"/>
            <a:ext cx="384653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683" dirty="0"/>
          </a:p>
        </p:txBody>
      </p:sp>
      <p:sp>
        <p:nvSpPr>
          <p:cNvPr id="41" name="Text:schema"/>
          <p:cNvSpPr/>
          <p:nvPr/>
        </p:nvSpPr>
        <p:spPr>
          <a:xfrm>
            <a:off x="9360880" y="2406677"/>
            <a:ext cx="485790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683" dirty="0"/>
          </a:p>
        </p:txBody>
      </p:sp>
      <p:sp>
        <p:nvSpPr>
          <p:cNvPr id="42" name="Text:schema"/>
          <p:cNvSpPr/>
          <p:nvPr/>
        </p:nvSpPr>
        <p:spPr>
          <a:xfrm>
            <a:off x="10442917" y="2406677"/>
            <a:ext cx="138002" cy="276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19"/>
              </a:lnSpc>
              <a:buNone/>
            </a:pPr>
            <a:r>
              <a:rPr lang="en-US" sz="168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83" dirty="0"/>
          </a:p>
        </p:txBody>
      </p:sp>
      <p:sp>
        <p:nvSpPr>
          <p:cNvPr id="43" name="Text:schema"/>
          <p:cNvSpPr/>
          <p:nvPr/>
        </p:nvSpPr>
        <p:spPr>
          <a:xfrm>
            <a:off x="8161429" y="3105591"/>
            <a:ext cx="626018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FASTEST</a:t>
            </a:r>
            <a:endParaRPr lang="en-US" sz="911" dirty="0"/>
          </a:p>
        </p:txBody>
      </p:sp>
      <p:sp>
        <p:nvSpPr>
          <p:cNvPr id="44" name="Text:schema"/>
          <p:cNvSpPr/>
          <p:nvPr/>
        </p:nvSpPr>
        <p:spPr>
          <a:xfrm>
            <a:off x="8161429" y="3354885"/>
            <a:ext cx="2300547" cy="293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87"/>
              </a:lnSpc>
              <a:buNone/>
            </a:pPr>
            <a:r>
              <a:rPr lang="en-US" sz="182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Straight to clipboard</a:t>
            </a:r>
            <a:endParaRPr lang="en-US" sz="1823" dirty="0"/>
          </a:p>
        </p:txBody>
      </p:sp>
      <p:sp>
        <p:nvSpPr>
          <p:cNvPr id="45" name="Text:schema"/>
          <p:cNvSpPr/>
          <p:nvPr/>
        </p:nvSpPr>
        <p:spPr>
          <a:xfrm>
            <a:off x="8161429" y="3817861"/>
            <a:ext cx="2971232" cy="441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9"/>
              </a:lnSpc>
              <a:buNone/>
            </a:pPr>
            <a:r>
              <a:rPr lang="en-US" sz="119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editor. Paste it into an AI chat, Teams or a mail right away.</a:t>
            </a:r>
            <a:endParaRPr lang="en-US" sz="1192" dirty="0"/>
          </a:p>
        </p:txBody>
      </p:sp>
      <p:sp>
        <p:nvSpPr>
          <p:cNvPr id="46" name="Text:schema"/>
          <p:cNvSpPr/>
          <p:nvPr/>
        </p:nvSpPr>
        <p:spPr>
          <a:xfrm>
            <a:off x="8259366" y="4823941"/>
            <a:ext cx="692098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</a:t>
            </a:r>
            <a:endParaRPr lang="en-US" sz="946" dirty="0"/>
          </a:p>
        </p:txBody>
      </p:sp>
      <p:sp>
        <p:nvSpPr>
          <p:cNvPr id="47" name="Text:schema"/>
          <p:cNvSpPr/>
          <p:nvPr/>
        </p:nvSpPr>
        <p:spPr>
          <a:xfrm>
            <a:off x="9209662" y="4823941"/>
            <a:ext cx="565086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Clipboard</a:t>
            </a:r>
            <a:endParaRPr lang="en-US" sz="946" dirty="0"/>
          </a:p>
        </p:txBody>
      </p:sp>
      <p:sp>
        <p:nvSpPr>
          <p:cNvPr id="48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49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50" name="Text 47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copies and saves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Esc throws it away. Every shot also lands in a folder per month.</a:t>
            </a:r>
            <a:endParaRPr lang="en-US" sz="14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Why ShareX, and how to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try it</a:t>
            </a:r>
            <a:endParaRPr lang="en-US" sz="3400" dirty="0"/>
          </a:p>
        </p:txBody>
      </p:sp>
      <p:pic>
        <p:nvPicPr>
          <p:cNvPr id="5" name="Decor:schema-sharex-why" descr="C:\Temp\ShareX-Training\Presentations\_build\graphics\schema-sharex-w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6273915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8" name="Schema"/>
          <p:cNvSpPr/>
          <p:nvPr/>
        </p:nvSpPr>
        <p:spPr>
          <a:xfrm>
            <a:off x="6523209" y="25179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Schema"/>
          <p:cNvSpPr/>
          <p:nvPr/>
        </p:nvSpPr>
        <p:spPr>
          <a:xfrm>
            <a:off x="6523209" y="344391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chema"/>
          <p:cNvSpPr/>
          <p:nvPr/>
        </p:nvSpPr>
        <p:spPr>
          <a:xfrm>
            <a:off x="6523209" y="43698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Chip:mail"/>
          <p:cNvSpPr/>
          <p:nvPr/>
        </p:nvSpPr>
        <p:spPr>
          <a:xfrm>
            <a:off x="1288029" y="2607003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2" name="Icon:mail"/>
          <p:cNvSpPr/>
          <p:nvPr/>
        </p:nvSpPr>
        <p:spPr>
          <a:xfrm>
            <a:off x="1397243" y="2735330"/>
            <a:ext cx="191126" cy="152901"/>
          </a:xfrm>
          <a:custGeom>
            <a:avLst/>
            <a:gdLst/>
            <a:ahLst/>
            <a:cxnLst/>
            <a:rect l="l" t="t" r="r" b="b"/>
            <a:pathLst>
              <a:path w="191126" h="152901">
                <a:moveTo>
                  <a:pt x="191126" y="28669"/>
                </a:moveTo>
                <a:lnTo>
                  <a:pt x="105205" y="83398"/>
                </a:lnTo>
                <a:cubicBezTo>
                  <a:pt x="99270" y="86845"/>
                  <a:pt x="91942" y="86845"/>
                  <a:pt x="86007" y="83398"/>
                </a:cubicBezTo>
                <a:lnTo>
                  <a:pt x="0" y="28669"/>
                </a:lnTo>
                <a:moveTo>
                  <a:pt x="19113" y="0"/>
                </a:moveTo>
                <a:lnTo>
                  <a:pt x="172013" y="0"/>
                </a:lnTo>
                <a:cubicBezTo>
                  <a:pt x="182569" y="0"/>
                  <a:pt x="191126" y="8557"/>
                  <a:pt x="191126" y="19113"/>
                </a:cubicBezTo>
                <a:lnTo>
                  <a:pt x="191126" y="133788"/>
                </a:lnTo>
                <a:cubicBezTo>
                  <a:pt x="191126" y="144344"/>
                  <a:pt x="182569" y="152901"/>
                  <a:pt x="172013" y="152901"/>
                </a:cubicBezTo>
                <a:lnTo>
                  <a:pt x="19113" y="152901"/>
                </a:lnTo>
                <a:cubicBezTo>
                  <a:pt x="8557" y="152901"/>
                  <a:pt x="0" y="144344"/>
                  <a:pt x="0" y="133788"/>
                </a:cubicBezTo>
                <a:lnTo>
                  <a:pt x="0" y="19113"/>
                </a:lnTo>
                <a:cubicBezTo>
                  <a:pt x="0" y="8557"/>
                  <a:pt x="8557" y="0"/>
                  <a:pt x="19113" y="0"/>
                </a:cubicBezTo>
                <a:close/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3" name="Chip:pencil"/>
          <p:cNvSpPr/>
          <p:nvPr/>
        </p:nvSpPr>
        <p:spPr>
          <a:xfrm>
            <a:off x="1288029" y="3301465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4" name="Icon:pencil"/>
          <p:cNvSpPr/>
          <p:nvPr/>
        </p:nvSpPr>
        <p:spPr>
          <a:xfrm>
            <a:off x="1396941" y="3408045"/>
            <a:ext cx="194058" cy="194056"/>
          </a:xfrm>
          <a:custGeom>
            <a:avLst/>
            <a:gdLst/>
            <a:ahLst/>
            <a:cxnLst/>
            <a:rect l="l" t="t" r="r" b="b"/>
            <a:pathLst>
              <a:path w="194058" h="194056">
                <a:moveTo>
                  <a:pt x="183535" y="48620"/>
                </a:moveTo>
                <a:cubicBezTo>
                  <a:pt x="194056" y="38101"/>
                  <a:pt x="194058" y="21045"/>
                  <a:pt x="183539" y="10523"/>
                </a:cubicBezTo>
                <a:cubicBezTo>
                  <a:pt x="173021" y="2"/>
                  <a:pt x="155965" y="0"/>
                  <a:pt x="145443" y="10519"/>
                </a:cubicBezTo>
                <a:lnTo>
                  <a:pt x="17905" y="138085"/>
                </a:lnTo>
                <a:cubicBezTo>
                  <a:pt x="15686" y="140298"/>
                  <a:pt x="14046" y="143022"/>
                  <a:pt x="13127" y="146017"/>
                </a:cubicBezTo>
                <a:lnTo>
                  <a:pt x="503" y="187606"/>
                </a:lnTo>
                <a:cubicBezTo>
                  <a:pt x="0" y="189290"/>
                  <a:pt x="462" y="191114"/>
                  <a:pt x="1705" y="192356"/>
                </a:cubicBezTo>
                <a:cubicBezTo>
                  <a:pt x="2949" y="193597"/>
                  <a:pt x="4774" y="194056"/>
                  <a:pt x="6457" y="193550"/>
                </a:cubicBezTo>
                <a:lnTo>
                  <a:pt x="48055" y="180936"/>
                </a:lnTo>
                <a:cubicBezTo>
                  <a:pt x="51048" y="180026"/>
                  <a:pt x="53772" y="178395"/>
                  <a:pt x="55987" y="176186"/>
                </a:cubicBezTo>
                <a:close/>
                <a:moveTo>
                  <a:pt x="124534" y="31304"/>
                </a:moveTo>
                <a:lnTo>
                  <a:pt x="162759" y="69529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5" name="Chip:crop"/>
          <p:cNvSpPr/>
          <p:nvPr/>
        </p:nvSpPr>
        <p:spPr>
          <a:xfrm>
            <a:off x="1288029" y="3995928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6" name="Icon:crop"/>
          <p:cNvSpPr/>
          <p:nvPr/>
        </p:nvSpPr>
        <p:spPr>
          <a:xfrm>
            <a:off x="1397243" y="4105143"/>
            <a:ext cx="191126" cy="191126"/>
          </a:xfrm>
          <a:custGeom>
            <a:avLst/>
            <a:gdLst/>
            <a:ahLst/>
            <a:cxnLst/>
            <a:rect l="l" t="t" r="r" b="b"/>
            <a:pathLst>
              <a:path w="191126" h="191126">
                <a:moveTo>
                  <a:pt x="38225" y="0"/>
                </a:moveTo>
                <a:lnTo>
                  <a:pt x="38225" y="133788"/>
                </a:lnTo>
                <a:cubicBezTo>
                  <a:pt x="38225" y="144344"/>
                  <a:pt x="46782" y="152901"/>
                  <a:pt x="57338" y="152901"/>
                </a:cubicBezTo>
                <a:lnTo>
                  <a:pt x="191126" y="152901"/>
                </a:lnTo>
                <a:moveTo>
                  <a:pt x="152901" y="191126"/>
                </a:moveTo>
                <a:lnTo>
                  <a:pt x="152901" y="57338"/>
                </a:lnTo>
                <a:cubicBezTo>
                  <a:pt x="152901" y="46782"/>
                  <a:pt x="144344" y="38225"/>
                  <a:pt x="133788" y="38225"/>
                </a:cubicBezTo>
                <a:lnTo>
                  <a:pt x="0" y="38225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7" name="Chip:refresh-cw"/>
          <p:cNvSpPr/>
          <p:nvPr/>
        </p:nvSpPr>
        <p:spPr>
          <a:xfrm>
            <a:off x="1288029" y="4690391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8" name="Icon:refresh-cw"/>
          <p:cNvSpPr/>
          <p:nvPr/>
        </p:nvSpPr>
        <p:spPr>
          <a:xfrm>
            <a:off x="1406800" y="4809162"/>
            <a:ext cx="172013" cy="172013"/>
          </a:xfrm>
          <a:custGeom>
            <a:avLst/>
            <a:gdLst/>
            <a:ahLst/>
            <a:cxnLst/>
            <a:rect l="l" t="t" r="r" b="b"/>
            <a:pathLst>
              <a:path w="172013" h="172013">
                <a:moveTo>
                  <a:pt x="0" y="86007"/>
                </a:moveTo>
                <a:cubicBezTo>
                  <a:pt x="0" y="38506"/>
                  <a:pt x="38506" y="0"/>
                  <a:pt x="86007" y="0"/>
                </a:cubicBezTo>
                <a:cubicBezTo>
                  <a:pt x="110051" y="90"/>
                  <a:pt x="133129" y="9472"/>
                  <a:pt x="150416" y="26184"/>
                </a:cubicBezTo>
                <a:lnTo>
                  <a:pt x="172013" y="47781"/>
                </a:lnTo>
                <a:moveTo>
                  <a:pt x="172013" y="0"/>
                </a:moveTo>
                <a:lnTo>
                  <a:pt x="172013" y="47781"/>
                </a:lnTo>
                <a:lnTo>
                  <a:pt x="124232" y="47781"/>
                </a:lnTo>
                <a:moveTo>
                  <a:pt x="172013" y="86007"/>
                </a:moveTo>
                <a:cubicBezTo>
                  <a:pt x="172013" y="133507"/>
                  <a:pt x="133507" y="172013"/>
                  <a:pt x="86007" y="172013"/>
                </a:cubicBezTo>
                <a:cubicBezTo>
                  <a:pt x="61962" y="171923"/>
                  <a:pt x="38884" y="162541"/>
                  <a:pt x="21597" y="145829"/>
                </a:cubicBezTo>
                <a:lnTo>
                  <a:pt x="0" y="124232"/>
                </a:lnTo>
                <a:moveTo>
                  <a:pt x="47781" y="124232"/>
                </a:moveTo>
                <a:lnTo>
                  <a:pt x="0" y="124232"/>
                </a:lnTo>
                <a:lnTo>
                  <a:pt x="0" y="172013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9" name="Text:schema"/>
          <p:cNvSpPr/>
          <p:nvPr/>
        </p:nvSpPr>
        <p:spPr>
          <a:xfrm>
            <a:off x="1288029" y="2179641"/>
            <a:ext cx="952939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SHAREX</a:t>
            </a:r>
            <a:endParaRPr lang="en-US" sz="911" dirty="0"/>
          </a:p>
        </p:txBody>
      </p:sp>
      <p:sp>
        <p:nvSpPr>
          <p:cNvPr id="20" name="Text:schema"/>
          <p:cNvSpPr/>
          <p:nvPr/>
        </p:nvSpPr>
        <p:spPr>
          <a:xfrm>
            <a:off x="1822231" y="2621331"/>
            <a:ext cx="227397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 in every mail</a:t>
            </a:r>
            <a:endParaRPr lang="en-US" sz="1262" dirty="0"/>
          </a:p>
        </p:txBody>
      </p:sp>
      <p:sp>
        <p:nvSpPr>
          <p:cNvPr id="21" name="Text:schema"/>
          <p:cNvSpPr/>
          <p:nvPr/>
        </p:nvSpPr>
        <p:spPr>
          <a:xfrm>
            <a:off x="1822231" y="2840299"/>
            <a:ext cx="227397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 Outlook and it just looks tidy</a:t>
            </a:r>
            <a:endParaRPr lang="en-US" sz="981" dirty="0"/>
          </a:p>
        </p:txBody>
      </p:sp>
      <p:sp>
        <p:nvSpPr>
          <p:cNvPr id="22" name="Text:schema"/>
          <p:cNvSpPr/>
          <p:nvPr/>
        </p:nvSpPr>
        <p:spPr>
          <a:xfrm>
            <a:off x="1822231" y="3315794"/>
            <a:ext cx="2471241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 fast</a:t>
            </a:r>
            <a:endParaRPr lang="en-US" sz="1262" dirty="0"/>
          </a:p>
        </p:txBody>
      </p:sp>
      <p:sp>
        <p:nvSpPr>
          <p:cNvPr id="23" name="Text:schema"/>
          <p:cNvSpPr/>
          <p:nvPr/>
        </p:nvSpPr>
        <p:spPr>
          <a:xfrm>
            <a:off x="1822231" y="3534761"/>
            <a:ext cx="2471241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arrow, T = text, Ctrl+D copies a shape</a:t>
            </a:r>
            <a:endParaRPr lang="en-US" sz="981" dirty="0"/>
          </a:p>
        </p:txBody>
      </p:sp>
      <p:sp>
        <p:nvSpPr>
          <p:cNvPr id="24" name="Text:schema"/>
          <p:cNvSpPr/>
          <p:nvPr/>
        </p:nvSpPr>
        <p:spPr>
          <a:xfrm>
            <a:off x="1822231" y="4010257"/>
            <a:ext cx="2859790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capture</a:t>
            </a:r>
            <a:endParaRPr lang="en-US" sz="1262" dirty="0"/>
          </a:p>
        </p:txBody>
      </p:sp>
      <p:sp>
        <p:nvSpPr>
          <p:cNvPr id="25" name="Text:schema"/>
          <p:cNvSpPr/>
          <p:nvPr/>
        </p:nvSpPr>
        <p:spPr>
          <a:xfrm>
            <a:off x="1822231" y="4229224"/>
            <a:ext cx="2859790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Keeps the edges of your browser window visible</a:t>
            </a:r>
            <a:endParaRPr lang="en-US" sz="981" dirty="0"/>
          </a:p>
        </p:txBody>
      </p:sp>
      <p:sp>
        <p:nvSpPr>
          <p:cNvPr id="26" name="Text:schema"/>
          <p:cNvSpPr/>
          <p:nvPr/>
        </p:nvSpPr>
        <p:spPr>
          <a:xfrm>
            <a:off x="1822231" y="4704720"/>
            <a:ext cx="297205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and still updated</a:t>
            </a:r>
            <a:endParaRPr lang="en-US" sz="1262" dirty="0"/>
          </a:p>
        </p:txBody>
      </p:sp>
      <p:sp>
        <p:nvSpPr>
          <p:cNvPr id="27" name="Text:schema"/>
          <p:cNvSpPr/>
          <p:nvPr/>
        </p:nvSpPr>
        <p:spPr>
          <a:xfrm>
            <a:off x="1822231" y="4923687"/>
            <a:ext cx="297205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source. Snagit is paid, Snipping Tool is basic</a:t>
            </a:r>
            <a:endParaRPr lang="en-US" sz="981" dirty="0"/>
          </a:p>
        </p:txBody>
      </p:sp>
      <p:sp>
        <p:nvSpPr>
          <p:cNvPr id="28" name="Text:schema"/>
          <p:cNvSpPr/>
          <p:nvPr/>
        </p:nvSpPr>
        <p:spPr>
          <a:xfrm>
            <a:off x="6523209" y="2179641"/>
            <a:ext cx="1296414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IN 3 STEPS</a:t>
            </a:r>
            <a:endParaRPr lang="en-US" sz="911" dirty="0"/>
          </a:p>
        </p:txBody>
      </p:sp>
      <p:sp>
        <p:nvSpPr>
          <p:cNvPr id="29" name="Text:schema"/>
          <p:cNvSpPr/>
          <p:nvPr/>
        </p:nvSpPr>
        <p:spPr>
          <a:xfrm>
            <a:off x="6497568" y="25179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2" dirty="0"/>
          </a:p>
        </p:txBody>
      </p:sp>
      <p:sp>
        <p:nvSpPr>
          <p:cNvPr id="30" name="Text:schema"/>
          <p:cNvSpPr/>
          <p:nvPr/>
        </p:nvSpPr>
        <p:spPr>
          <a:xfrm>
            <a:off x="7075218" y="250016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Grab the prompt</a:t>
            </a:r>
            <a:endParaRPr lang="en-US" sz="1332" dirty="0"/>
          </a:p>
        </p:txBody>
      </p:sp>
      <p:sp>
        <p:nvSpPr>
          <p:cNvPr id="31" name="Text:schema"/>
          <p:cNvSpPr/>
          <p:nvPr/>
        </p:nvSpPr>
        <p:spPr>
          <a:xfrm>
            <a:off x="7075218" y="276726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github.com/Joachim-Ally-Skyline/sharex-screenshot-setup</a:t>
            </a:r>
            <a:endParaRPr lang="en-US" sz="981" dirty="0"/>
          </a:p>
        </p:txBody>
      </p:sp>
      <p:sp>
        <p:nvSpPr>
          <p:cNvPr id="32" name="Text:schema"/>
          <p:cNvSpPr/>
          <p:nvPr/>
        </p:nvSpPr>
        <p:spPr>
          <a:xfrm>
            <a:off x="6497568" y="344391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2" dirty="0"/>
          </a:p>
        </p:txBody>
      </p:sp>
      <p:sp>
        <p:nvSpPr>
          <p:cNvPr id="33" name="Text:schema"/>
          <p:cNvSpPr/>
          <p:nvPr/>
        </p:nvSpPr>
        <p:spPr>
          <a:xfrm>
            <a:off x="7075218" y="342611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into your AI agent</a:t>
            </a:r>
            <a:endParaRPr lang="en-US" sz="1332" dirty="0"/>
          </a:p>
        </p:txBody>
      </p:sp>
      <p:sp>
        <p:nvSpPr>
          <p:cNvPr id="34" name="Text:schema"/>
          <p:cNvSpPr/>
          <p:nvPr/>
        </p:nvSpPr>
        <p:spPr>
          <a:xfrm>
            <a:off x="7075218" y="369321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backs up your settings and installs ShareX only if you lack it</a:t>
            </a:r>
            <a:endParaRPr lang="en-US" sz="981" dirty="0"/>
          </a:p>
        </p:txBody>
      </p:sp>
      <p:sp>
        <p:nvSpPr>
          <p:cNvPr id="35" name="Text:schema"/>
          <p:cNvSpPr/>
          <p:nvPr/>
        </p:nvSpPr>
        <p:spPr>
          <a:xfrm>
            <a:off x="6497568" y="43698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2" dirty="0"/>
          </a:p>
        </p:txBody>
      </p:sp>
      <p:sp>
        <p:nvSpPr>
          <p:cNvPr id="36" name="Text:schema"/>
          <p:cNvSpPr/>
          <p:nvPr/>
        </p:nvSpPr>
        <p:spPr>
          <a:xfrm>
            <a:off x="7075218" y="4352063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 Ctrl+Shift+1</a:t>
            </a:r>
            <a:endParaRPr lang="en-US" sz="1332" dirty="0"/>
          </a:p>
        </p:txBody>
      </p:sp>
      <p:sp>
        <p:nvSpPr>
          <p:cNvPr id="37" name="Text:schema"/>
          <p:cNvSpPr/>
          <p:nvPr/>
        </p:nvSpPr>
        <p:spPr>
          <a:xfrm>
            <a:off x="7075218" y="4619164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over an area. Done.</a:t>
            </a:r>
            <a:endParaRPr lang="en-US" sz="981" dirty="0"/>
          </a:p>
        </p:txBody>
      </p:sp>
      <p:sp>
        <p:nvSpPr>
          <p:cNvPr id="38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39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40" name="Text 37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Tip: switch on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Windows+V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clipboard history and you can re-paste your last screenshots.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</Words>
  <Application>Microsoft Office PowerPoint</Application>
  <PresentationFormat>Breedbeeld</PresentationFormat>
  <Paragraphs>55</Paragraphs>
  <Slides>2</Slides>
  <Notes>2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7" baseType="lpstr">
      <vt:lpstr>Arial</vt:lpstr>
      <vt:lpstr>Inter</vt:lpstr>
      <vt:lpstr>Inter SemiBold</vt:lpstr>
      <vt:lpstr>SkylineSans Black</vt:lpstr>
      <vt:lpstr>Office Theme</vt:lpstr>
      <vt:lpstr>PowerPoint-presentatie</vt:lpstr>
      <vt:lpstr>PowerPoint-presentatie</vt:lpstr>
    </vt:vector>
  </TitlesOfParts>
  <Company>Skyline Communications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DataMiner – ShareX mini training</dc:title>
  <dc:subject>DataMiner Empower</dc:subject>
  <dc:creator>Skyline Communications</dc:creator>
  <cp:lastModifiedBy>Joachim Ally</cp:lastModifiedBy>
  <cp:revision>2</cp:revision>
  <dcterms:created xsi:type="dcterms:W3CDTF">2026-10-28T22:03:16Z</dcterms:created>
  <dcterms:modified xsi:type="dcterms:W3CDTF">2026-10-28T22:03:17Z</dcterms:modified>
</cp:coreProperties>
</file>