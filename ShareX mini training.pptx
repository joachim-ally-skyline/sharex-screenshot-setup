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hortcuts" id="{5363B8AC-4CC6-0837-78CD-5F6AE58F0DB2}">
          <p14:sldIdLst>
            <p14:sldId id="256"/>
          </p14:sldIdLst>
        </p14:section>
        <p14:section name="Try it" id="{80C7E60D-5D05-0397-F67E-7F5088B0A635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1387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Ctrl+Shift+1: share something with context or play with the frames. Ctrl+Shift+2: annotate with arrows and text and paste into a mail. Ctrl+Shift+3: spot a bug in Cube and paste it straight into AI. Ctrl+Shift+4: scrolling capture, for example a long DataMiner Assistant chat: click the window and ShareX scrolls and stitches one long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backs up existing ShareX settings first and installs ShareX only when it is missing. It changes only the four hotkeys, the frames, sound and the exit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99655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DataMiner  ·  ShareX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99655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DataMiner  ·  ShareX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60A5FA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SHAREX · MINI TRAINING</a:t>
            </a:r>
            <a:endParaRPr lang="en-US" sz="1100" dirty="0"/>
          </a:p>
        </p:txBody>
      </p:sp>
      <p:sp>
        <p:nvSpPr>
          <p:cNvPr id="3" name="Gradient"/>
          <p:cNvSpPr/>
          <p:nvPr/>
        </p:nvSpPr>
        <p:spPr>
          <a:xfrm>
            <a:off x="685800" y="740664"/>
            <a:ext cx="640080" cy="32004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lin ang="0" scaled="0"/>
          </a:gradFill>
          <a:ln/>
        </p:spPr>
      </p:sp>
      <p:sp>
        <p:nvSpPr>
          <p:cNvPr id="4" name="Title:content"/>
          <p:cNvSpPr/>
          <p:nvPr/>
        </p:nvSpPr>
        <p:spPr>
          <a:xfrm>
            <a:off x="685800" y="89611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Screenshots in </a:t>
            </a:r>
            <a:r>
              <a:rPr lang="en-US" sz="3400" dirty="0">
                <a:solidFill>
                  <a:srgbClr val="60A5FA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four shortcuts</a:t>
            </a:r>
            <a:endParaRPr lang="en-US" sz="3400" dirty="0"/>
          </a:p>
        </p:txBody>
      </p:sp>
      <p:pic>
        <p:nvPicPr>
          <p:cNvPr id="5" name="Decor:schema-sharex-shortcuts" descr="C:\Temp\ShareX-Training\Presentations\_build\graphics\schema-sharex-shortcu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633" y="1698859"/>
            <a:ext cx="10648429" cy="3917482"/>
          </a:xfrm>
          <a:prstGeom prst="rect">
            <a:avLst/>
          </a:prstGeom>
        </p:spPr>
      </p:pic>
      <p:sp>
        <p:nvSpPr>
          <p:cNvPr id="6" name="Schema"/>
          <p:cNvSpPr/>
          <p:nvPr/>
        </p:nvSpPr>
        <p:spPr>
          <a:xfrm>
            <a:off x="1038734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7" name="Schema"/>
          <p:cNvSpPr/>
          <p:nvPr/>
        </p:nvSpPr>
        <p:spPr>
          <a:xfrm>
            <a:off x="1216802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8" name="Schema"/>
          <p:cNvSpPr/>
          <p:nvPr/>
        </p:nvSpPr>
        <p:spPr>
          <a:xfrm>
            <a:off x="1929071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9" name="Schema"/>
          <p:cNvSpPr/>
          <p:nvPr/>
        </p:nvSpPr>
        <p:spPr>
          <a:xfrm>
            <a:off x="2765988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0" name="Schema"/>
          <p:cNvSpPr/>
          <p:nvPr/>
        </p:nvSpPr>
        <p:spPr>
          <a:xfrm>
            <a:off x="1216802" y="4779424"/>
            <a:ext cx="558825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1" name="Schema"/>
          <p:cNvSpPr/>
          <p:nvPr/>
        </p:nvSpPr>
        <p:spPr>
          <a:xfrm>
            <a:off x="1837951" y="4779424"/>
            <a:ext cx="72798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2" name="Schema"/>
          <p:cNvSpPr/>
          <p:nvPr/>
        </p:nvSpPr>
        <p:spPr>
          <a:xfrm>
            <a:off x="3620711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3" name="Schema"/>
          <p:cNvSpPr/>
          <p:nvPr/>
        </p:nvSpPr>
        <p:spPr>
          <a:xfrm>
            <a:off x="3798779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4" name="Schema"/>
          <p:cNvSpPr/>
          <p:nvPr/>
        </p:nvSpPr>
        <p:spPr>
          <a:xfrm>
            <a:off x="4511048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5" name="Schema"/>
          <p:cNvSpPr/>
          <p:nvPr/>
        </p:nvSpPr>
        <p:spPr>
          <a:xfrm>
            <a:off x="5347965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16" name="Schema"/>
          <p:cNvSpPr/>
          <p:nvPr/>
        </p:nvSpPr>
        <p:spPr>
          <a:xfrm>
            <a:off x="3798779" y="4779424"/>
            <a:ext cx="587205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7" name="Schema"/>
          <p:cNvSpPr/>
          <p:nvPr/>
        </p:nvSpPr>
        <p:spPr>
          <a:xfrm>
            <a:off x="4448307" y="4779424"/>
            <a:ext cx="72798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18" name="Schema"/>
          <p:cNvSpPr/>
          <p:nvPr/>
        </p:nvSpPr>
        <p:spPr>
          <a:xfrm>
            <a:off x="6202688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267101" dist="127" dir="5400000" algn="bl" rotWithShape="0">
              <a:srgbClr val="2563EB">
                <a:alpha val="45000"/>
              </a:srgbClr>
            </a:outerShdw>
          </a:effectLst>
        </p:spPr>
      </p:sp>
      <p:sp>
        <p:nvSpPr>
          <p:cNvPr id="19" name="Schema"/>
          <p:cNvSpPr/>
          <p:nvPr/>
        </p:nvSpPr>
        <p:spPr>
          <a:xfrm>
            <a:off x="6380755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0" name="Schema"/>
          <p:cNvSpPr/>
          <p:nvPr/>
        </p:nvSpPr>
        <p:spPr>
          <a:xfrm>
            <a:off x="7093025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1" name="Schema"/>
          <p:cNvSpPr/>
          <p:nvPr/>
        </p:nvSpPr>
        <p:spPr>
          <a:xfrm>
            <a:off x="7929941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2" name="Schema"/>
          <p:cNvSpPr/>
          <p:nvPr/>
        </p:nvSpPr>
        <p:spPr>
          <a:xfrm>
            <a:off x="6380755" y="4779424"/>
            <a:ext cx="587205" cy="231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106840" dist="127" dir="5400000" algn="bl" rotWithShape="0">
              <a:srgbClr val="2563EB">
                <a:alpha val="50000"/>
              </a:srgbClr>
            </a:outerShdw>
          </a:effectLst>
        </p:spPr>
      </p:sp>
      <p:sp>
        <p:nvSpPr>
          <p:cNvPr id="23" name="Schema"/>
          <p:cNvSpPr/>
          <p:nvPr/>
        </p:nvSpPr>
        <p:spPr>
          <a:xfrm>
            <a:off x="7030284" y="4779424"/>
            <a:ext cx="760960" cy="231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106840" dist="127" dir="5400000" algn="bl" rotWithShape="0">
              <a:srgbClr val="2563EB">
                <a:alpha val="50000"/>
              </a:srgbClr>
            </a:outerShdw>
          </a:effectLst>
        </p:spPr>
      </p:sp>
      <p:sp>
        <p:nvSpPr>
          <p:cNvPr id="24" name="Schema"/>
          <p:cNvSpPr/>
          <p:nvPr/>
        </p:nvSpPr>
        <p:spPr>
          <a:xfrm>
            <a:off x="8784665" y="1965960"/>
            <a:ext cx="2368296" cy="3383280"/>
          </a:xfrm>
          <a:prstGeom prst="roundRect">
            <a:avLst>
              <a:gd name="adj" fmla="val 463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5" name="Schema"/>
          <p:cNvSpPr/>
          <p:nvPr/>
        </p:nvSpPr>
        <p:spPr>
          <a:xfrm>
            <a:off x="8962732" y="2215254"/>
            <a:ext cx="641043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6" name="Schema"/>
          <p:cNvSpPr/>
          <p:nvPr/>
        </p:nvSpPr>
        <p:spPr>
          <a:xfrm>
            <a:off x="9675002" y="2215254"/>
            <a:ext cx="765690" cy="534202"/>
          </a:xfrm>
          <a:prstGeom prst="roundRect">
            <a:avLst>
              <a:gd name="adj" fmla="val 2054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7" name="Schema"/>
          <p:cNvSpPr/>
          <p:nvPr/>
        </p:nvSpPr>
        <p:spPr>
          <a:xfrm>
            <a:off x="10511918" y="2215254"/>
            <a:ext cx="462975" cy="534202"/>
          </a:xfrm>
          <a:prstGeom prst="roundRect">
            <a:avLst>
              <a:gd name="adj" fmla="val 23701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28" name="Schema"/>
          <p:cNvSpPr/>
          <p:nvPr/>
        </p:nvSpPr>
        <p:spPr>
          <a:xfrm>
            <a:off x="8962732" y="4779424"/>
            <a:ext cx="525299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29" name="Schema"/>
          <p:cNvSpPr/>
          <p:nvPr/>
        </p:nvSpPr>
        <p:spPr>
          <a:xfrm>
            <a:off x="9550355" y="4779424"/>
            <a:ext cx="760960" cy="231488"/>
          </a:xfrm>
          <a:prstGeom prst="roundRect">
            <a:avLst>
              <a:gd name="adj" fmla="val 50000"/>
            </a:avLst>
          </a:prstGeom>
          <a:solidFill>
            <a:srgbClr val="030712"/>
          </a:solidFill>
          <a:ln w="8903">
            <a:solidFill>
              <a:srgbClr val="3B82F6">
                <a:alpha val="55000"/>
              </a:srgbClr>
            </a:solidFill>
            <a:prstDash val="solid"/>
          </a:ln>
        </p:spPr>
      </p:sp>
      <p:sp>
        <p:nvSpPr>
          <p:cNvPr id="30" name="Text:schema"/>
          <p:cNvSpPr/>
          <p:nvPr/>
        </p:nvSpPr>
        <p:spPr>
          <a:xfrm>
            <a:off x="1377062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31" name="Text:schema"/>
          <p:cNvSpPr/>
          <p:nvPr/>
        </p:nvSpPr>
        <p:spPr>
          <a:xfrm>
            <a:off x="2109504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32" name="Text:schema"/>
          <p:cNvSpPr/>
          <p:nvPr/>
        </p:nvSpPr>
        <p:spPr>
          <a:xfrm>
            <a:off x="2959080" y="2375515"/>
            <a:ext cx="76792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2" dirty="0"/>
          </a:p>
        </p:txBody>
      </p:sp>
      <p:sp>
        <p:nvSpPr>
          <p:cNvPr id="33" name="Text:schema"/>
          <p:cNvSpPr/>
          <p:nvPr/>
        </p:nvSpPr>
        <p:spPr>
          <a:xfrm>
            <a:off x="1216802" y="2998751"/>
            <a:ext cx="123019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AND PLAY</a:t>
            </a:r>
            <a:endParaRPr lang="en-US" sz="911" dirty="0"/>
          </a:p>
        </p:txBody>
      </p:sp>
      <p:sp>
        <p:nvSpPr>
          <p:cNvPr id="34" name="Text:schema"/>
          <p:cNvSpPr/>
          <p:nvPr/>
        </p:nvSpPr>
        <p:spPr>
          <a:xfrm>
            <a:off x="1216802" y="3248045"/>
            <a:ext cx="1179557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frame</a:t>
            </a:r>
            <a:endParaRPr lang="en-US" sz="1542" dirty="0"/>
          </a:p>
        </p:txBody>
      </p:sp>
      <p:sp>
        <p:nvSpPr>
          <p:cNvPr id="35" name="Text:schema"/>
          <p:cNvSpPr/>
          <p:nvPr/>
        </p:nvSpPr>
        <p:spPr>
          <a:xfrm>
            <a:off x="1216802" y="3675407"/>
            <a:ext cx="2008600" cy="615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Sharing something with some context? Or just have fun with the frames.</a:t>
            </a:r>
            <a:endParaRPr lang="en-US" sz="1122" dirty="0"/>
          </a:p>
        </p:txBody>
      </p:sp>
      <p:sp>
        <p:nvSpPr>
          <p:cNvPr id="36" name="Text:schema"/>
          <p:cNvSpPr/>
          <p:nvPr/>
        </p:nvSpPr>
        <p:spPr>
          <a:xfrm>
            <a:off x="1314739" y="4823941"/>
            <a:ext cx="36295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</a:t>
            </a:r>
            <a:endParaRPr lang="en-US" sz="946" dirty="0"/>
          </a:p>
        </p:txBody>
      </p:sp>
      <p:sp>
        <p:nvSpPr>
          <p:cNvPr id="37" name="Text:schema"/>
          <p:cNvSpPr/>
          <p:nvPr/>
        </p:nvSpPr>
        <p:spPr>
          <a:xfrm>
            <a:off x="1935888" y="4823941"/>
            <a:ext cx="53211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946" dirty="0"/>
          </a:p>
        </p:txBody>
      </p:sp>
      <p:sp>
        <p:nvSpPr>
          <p:cNvPr id="38" name="Text:schema"/>
          <p:cNvSpPr/>
          <p:nvPr/>
        </p:nvSpPr>
        <p:spPr>
          <a:xfrm>
            <a:off x="3959039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39" name="Text:schema"/>
          <p:cNvSpPr/>
          <p:nvPr/>
        </p:nvSpPr>
        <p:spPr>
          <a:xfrm>
            <a:off x="4691480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40" name="Text:schema"/>
          <p:cNvSpPr/>
          <p:nvPr/>
        </p:nvSpPr>
        <p:spPr>
          <a:xfrm>
            <a:off x="5523250" y="2375515"/>
            <a:ext cx="112266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2" dirty="0"/>
          </a:p>
        </p:txBody>
      </p:sp>
      <p:sp>
        <p:nvSpPr>
          <p:cNvPr id="41" name="Text:schema"/>
          <p:cNvSpPr/>
          <p:nvPr/>
        </p:nvSpPr>
        <p:spPr>
          <a:xfrm>
            <a:off x="3798779" y="2998751"/>
            <a:ext cx="111765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YOUR MAIL</a:t>
            </a:r>
            <a:endParaRPr lang="en-US" sz="911" dirty="0"/>
          </a:p>
        </p:txBody>
      </p:sp>
      <p:sp>
        <p:nvSpPr>
          <p:cNvPr id="42" name="Text:schema"/>
          <p:cNvSpPr/>
          <p:nvPr/>
        </p:nvSpPr>
        <p:spPr>
          <a:xfrm>
            <a:off x="3798779" y="3248045"/>
            <a:ext cx="883242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1542" dirty="0"/>
          </a:p>
        </p:txBody>
      </p:sp>
      <p:sp>
        <p:nvSpPr>
          <p:cNvPr id="43" name="Text:schema"/>
          <p:cNvSpPr/>
          <p:nvPr/>
        </p:nvSpPr>
        <p:spPr>
          <a:xfrm>
            <a:off x="3798779" y="3675407"/>
            <a:ext cx="2008600" cy="416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arrows and text, then paste it into a mail.</a:t>
            </a:r>
            <a:endParaRPr lang="en-US" sz="1122" dirty="0"/>
          </a:p>
        </p:txBody>
      </p:sp>
      <p:sp>
        <p:nvSpPr>
          <p:cNvPr id="44" name="Text:schema"/>
          <p:cNvSpPr/>
          <p:nvPr/>
        </p:nvSpPr>
        <p:spPr>
          <a:xfrm>
            <a:off x="3896716" y="4823941"/>
            <a:ext cx="39133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Border</a:t>
            </a:r>
            <a:endParaRPr lang="en-US" sz="946" dirty="0"/>
          </a:p>
        </p:txBody>
      </p:sp>
      <p:sp>
        <p:nvSpPr>
          <p:cNvPr id="45" name="Text:schema"/>
          <p:cNvSpPr/>
          <p:nvPr/>
        </p:nvSpPr>
        <p:spPr>
          <a:xfrm>
            <a:off x="4546244" y="4823941"/>
            <a:ext cx="53211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</a:t>
            </a:r>
            <a:endParaRPr lang="en-US" sz="946" dirty="0"/>
          </a:p>
        </p:txBody>
      </p:sp>
      <p:sp>
        <p:nvSpPr>
          <p:cNvPr id="46" name="Text:schema"/>
          <p:cNvSpPr/>
          <p:nvPr/>
        </p:nvSpPr>
        <p:spPr>
          <a:xfrm>
            <a:off x="6541016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47" name="Text:schema"/>
          <p:cNvSpPr/>
          <p:nvPr/>
        </p:nvSpPr>
        <p:spPr>
          <a:xfrm>
            <a:off x="7273457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48" name="Text:schema"/>
          <p:cNvSpPr/>
          <p:nvPr/>
        </p:nvSpPr>
        <p:spPr>
          <a:xfrm>
            <a:off x="8103835" y="2375515"/>
            <a:ext cx="115048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2" dirty="0"/>
          </a:p>
        </p:txBody>
      </p:sp>
      <p:sp>
        <p:nvSpPr>
          <p:cNvPr id="49" name="Text:schema"/>
          <p:cNvSpPr/>
          <p:nvPr/>
        </p:nvSpPr>
        <p:spPr>
          <a:xfrm>
            <a:off x="6380755" y="2998751"/>
            <a:ext cx="1331332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BUG CHECK</a:t>
            </a:r>
            <a:endParaRPr lang="en-US" sz="911" dirty="0"/>
          </a:p>
        </p:txBody>
      </p:sp>
      <p:sp>
        <p:nvSpPr>
          <p:cNvPr id="50" name="Text:schema"/>
          <p:cNvSpPr/>
          <p:nvPr/>
        </p:nvSpPr>
        <p:spPr>
          <a:xfrm>
            <a:off x="6380755" y="3248045"/>
            <a:ext cx="1245359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Straight to AI</a:t>
            </a:r>
            <a:endParaRPr lang="en-US" sz="1542" dirty="0"/>
          </a:p>
        </p:txBody>
      </p:sp>
      <p:sp>
        <p:nvSpPr>
          <p:cNvPr id="51" name="Text:schema"/>
          <p:cNvSpPr/>
          <p:nvPr/>
        </p:nvSpPr>
        <p:spPr>
          <a:xfrm>
            <a:off x="6380755" y="3675407"/>
            <a:ext cx="2008600" cy="615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Odd thing in Cube? One drag, paste it into an AI chat. No editor.</a:t>
            </a:r>
            <a:endParaRPr lang="en-US" sz="1122" dirty="0"/>
          </a:p>
        </p:txBody>
      </p:sp>
      <p:sp>
        <p:nvSpPr>
          <p:cNvPr id="52" name="Text:schema"/>
          <p:cNvSpPr/>
          <p:nvPr/>
        </p:nvSpPr>
        <p:spPr>
          <a:xfrm>
            <a:off x="6478692" y="4823941"/>
            <a:ext cx="391331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Border</a:t>
            </a:r>
            <a:endParaRPr lang="en-US" sz="946" dirty="0"/>
          </a:p>
        </p:txBody>
      </p:sp>
      <p:sp>
        <p:nvSpPr>
          <p:cNvPr id="53" name="Text:schema"/>
          <p:cNvSpPr/>
          <p:nvPr/>
        </p:nvSpPr>
        <p:spPr>
          <a:xfrm>
            <a:off x="7128221" y="4823941"/>
            <a:ext cx="565086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Clipboard</a:t>
            </a:r>
            <a:endParaRPr lang="en-US" sz="946" dirty="0"/>
          </a:p>
        </p:txBody>
      </p:sp>
      <p:sp>
        <p:nvSpPr>
          <p:cNvPr id="54" name="Text:schema"/>
          <p:cNvSpPr/>
          <p:nvPr/>
        </p:nvSpPr>
        <p:spPr>
          <a:xfrm>
            <a:off x="9122993" y="2375515"/>
            <a:ext cx="320521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Ctrl</a:t>
            </a:r>
            <a:endParaRPr lang="en-US" sz="1402" dirty="0"/>
          </a:p>
        </p:txBody>
      </p:sp>
      <p:sp>
        <p:nvSpPr>
          <p:cNvPr id="55" name="Text:schema"/>
          <p:cNvSpPr/>
          <p:nvPr/>
        </p:nvSpPr>
        <p:spPr>
          <a:xfrm>
            <a:off x="9855434" y="2375515"/>
            <a:ext cx="404825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</a:t>
            </a:r>
            <a:endParaRPr lang="en-US" sz="1402" dirty="0"/>
          </a:p>
        </p:txBody>
      </p:sp>
      <p:sp>
        <p:nvSpPr>
          <p:cNvPr id="56" name="Text:schema"/>
          <p:cNvSpPr/>
          <p:nvPr/>
        </p:nvSpPr>
        <p:spPr>
          <a:xfrm>
            <a:off x="10683169" y="2375515"/>
            <a:ext cx="120474" cy="231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2" dirty="0"/>
          </a:p>
        </p:txBody>
      </p:sp>
      <p:sp>
        <p:nvSpPr>
          <p:cNvPr id="57" name="Text:schema"/>
          <p:cNvSpPr/>
          <p:nvPr/>
        </p:nvSpPr>
        <p:spPr>
          <a:xfrm>
            <a:off x="8962732" y="2998751"/>
            <a:ext cx="913847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CHATS</a:t>
            </a:r>
            <a:endParaRPr lang="en-US" sz="911" dirty="0"/>
          </a:p>
        </p:txBody>
      </p:sp>
      <p:sp>
        <p:nvSpPr>
          <p:cNvPr id="58" name="Text:schema"/>
          <p:cNvSpPr/>
          <p:nvPr/>
        </p:nvSpPr>
        <p:spPr>
          <a:xfrm>
            <a:off x="8962732" y="3248045"/>
            <a:ext cx="1629734" cy="249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1"/>
              </a:lnSpc>
              <a:buNone/>
            </a:pPr>
            <a:r>
              <a:rPr lang="en-US" sz="154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Scrolling capture</a:t>
            </a:r>
            <a:endParaRPr lang="en-US" sz="1542" dirty="0"/>
          </a:p>
        </p:txBody>
      </p:sp>
      <p:sp>
        <p:nvSpPr>
          <p:cNvPr id="59" name="Text:schema"/>
          <p:cNvSpPr/>
          <p:nvPr/>
        </p:nvSpPr>
        <p:spPr>
          <a:xfrm>
            <a:off x="8962732" y="3675407"/>
            <a:ext cx="2008600" cy="416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2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long DataMiner Assistant chat becomes one image.</a:t>
            </a:r>
            <a:endParaRPr lang="en-US" sz="1122" dirty="0"/>
          </a:p>
        </p:txBody>
      </p:sp>
      <p:sp>
        <p:nvSpPr>
          <p:cNvPr id="60" name="Text:schema"/>
          <p:cNvSpPr/>
          <p:nvPr/>
        </p:nvSpPr>
        <p:spPr>
          <a:xfrm>
            <a:off x="9060669" y="4823941"/>
            <a:ext cx="329425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</a:t>
            </a:r>
            <a:endParaRPr lang="en-US" sz="946" dirty="0"/>
          </a:p>
        </p:txBody>
      </p:sp>
      <p:sp>
        <p:nvSpPr>
          <p:cNvPr id="61" name="Text:schema"/>
          <p:cNvSpPr/>
          <p:nvPr/>
        </p:nvSpPr>
        <p:spPr>
          <a:xfrm>
            <a:off x="9648292" y="4823941"/>
            <a:ext cx="565086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6"/>
              </a:lnSpc>
              <a:buNone/>
            </a:pPr>
            <a:r>
              <a:rPr lang="en-US" sz="946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Clipboard</a:t>
            </a:r>
            <a:endParaRPr lang="en-US" sz="946" dirty="0"/>
          </a:p>
        </p:txBody>
      </p:sp>
      <p:sp>
        <p:nvSpPr>
          <p:cNvPr id="62" name="Gradient"/>
          <p:cNvSpPr/>
          <p:nvPr/>
        </p:nvSpPr>
        <p:spPr>
          <a:xfrm>
            <a:off x="685800" y="5577840"/>
            <a:ext cx="10820095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0" scaled="0"/>
          </a:gradFill>
          <a:ln w="9525">
            <a:solidFill>
              <a:srgbClr val="1F2937"/>
            </a:solidFill>
            <a:prstDash val="solid"/>
          </a:ln>
        </p:spPr>
      </p:sp>
      <p:sp>
        <p:nvSpPr>
          <p:cNvPr id="63" name="Gradient"/>
          <p:cNvSpPr/>
          <p:nvPr/>
        </p:nvSpPr>
        <p:spPr>
          <a:xfrm>
            <a:off x="813816" y="5715000"/>
            <a:ext cx="54864" cy="274320"/>
          </a:xfrm>
          <a:prstGeom prst="rect">
            <a:avLst/>
          </a:prstGeom>
          <a:gradFill rotWithShape="1">
            <a:gsLst>
              <a:gs pos="0">
                <a:srgbClr val="60A5FA"/>
              </a:gs>
              <a:gs pos="100000">
                <a:srgbClr val="1D4ED8"/>
              </a:gs>
            </a:gsLst>
            <a:lin ang="5400000" scaled="0"/>
          </a:gradFill>
          <a:ln/>
        </p:spPr>
      </p:sp>
      <p:sp>
        <p:nvSpPr>
          <p:cNvPr id="64" name="Text 61"/>
          <p:cNvSpPr/>
          <p:nvPr/>
        </p:nvSpPr>
        <p:spPr>
          <a:xfrm>
            <a:off x="960120" y="5577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</a:t>
            </a:r>
            <a:r>
              <a:rPr lang="en-US" sz="1400" b="1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copies and saves</a:t>
            </a: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Esc throws it away. Every shot also lands in a folder per month.</a:t>
            </a:r>
            <a:endParaRPr lang="en-US" sz="140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300" dirty="0">
                <a:solidFill>
                  <a:srgbClr val="60A5FA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SHAREX · MINI TRAINING</a:t>
            </a:r>
            <a:endParaRPr lang="en-US" sz="1100" dirty="0"/>
          </a:p>
        </p:txBody>
      </p:sp>
      <p:sp>
        <p:nvSpPr>
          <p:cNvPr id="3" name="Gradient"/>
          <p:cNvSpPr/>
          <p:nvPr/>
        </p:nvSpPr>
        <p:spPr>
          <a:xfrm>
            <a:off x="685800" y="740664"/>
            <a:ext cx="640080" cy="32004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lin ang="0" scaled="0"/>
          </a:gradFill>
          <a:ln/>
        </p:spPr>
      </p:sp>
      <p:sp>
        <p:nvSpPr>
          <p:cNvPr id="4" name="Title:content"/>
          <p:cNvSpPr/>
          <p:nvPr/>
        </p:nvSpPr>
        <p:spPr>
          <a:xfrm>
            <a:off x="685800" y="89611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Why ShareX, and how to </a:t>
            </a:r>
            <a:r>
              <a:rPr lang="en-US" sz="3400" dirty="0">
                <a:solidFill>
                  <a:srgbClr val="60A5FA"/>
                </a:solidFill>
                <a:latin typeface="SkylineSans Black" pitchFamily="34" charset="0"/>
                <a:ea typeface="SkylineSans Black" pitchFamily="34" charset="-122"/>
                <a:cs typeface="SkylineSans Black" pitchFamily="34" charset="-120"/>
              </a:rPr>
              <a:t>try it</a:t>
            </a:r>
            <a:endParaRPr lang="en-US" sz="3400" dirty="0"/>
          </a:p>
        </p:txBody>
      </p:sp>
      <p:pic>
        <p:nvPicPr>
          <p:cNvPr id="5" name="Decor:schema-sharex-why" descr="C:\Temp\ShareX-Training\Presentations\_build\graphics\schema-sharex-wh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633" y="1698859"/>
            <a:ext cx="10648429" cy="3917482"/>
          </a:xfrm>
          <a:prstGeom prst="rect">
            <a:avLst/>
          </a:prstGeom>
        </p:spPr>
      </p:pic>
      <p:sp>
        <p:nvSpPr>
          <p:cNvPr id="6" name="Schema"/>
          <p:cNvSpPr/>
          <p:nvPr/>
        </p:nvSpPr>
        <p:spPr>
          <a:xfrm>
            <a:off x="1038734" y="1965960"/>
            <a:ext cx="4879046" cy="3383280"/>
          </a:xfrm>
          <a:prstGeom prst="roundRect">
            <a:avLst>
              <a:gd name="adj" fmla="val 3243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1F2937"/>
            </a:solidFill>
            <a:prstDash val="solid"/>
          </a:ln>
        </p:spPr>
      </p:sp>
      <p:sp>
        <p:nvSpPr>
          <p:cNvPr id="7" name="Schema"/>
          <p:cNvSpPr/>
          <p:nvPr/>
        </p:nvSpPr>
        <p:spPr>
          <a:xfrm>
            <a:off x="6273915" y="1965960"/>
            <a:ext cx="4879046" cy="3383280"/>
          </a:xfrm>
          <a:prstGeom prst="roundRect">
            <a:avLst>
              <a:gd name="adj" fmla="val 3243"/>
            </a:avLst>
          </a:prstGeom>
          <a:gradFill rotWithShape="1">
            <a:gsLst>
              <a:gs pos="0">
                <a:srgbClr val="172554"/>
              </a:gs>
              <a:gs pos="100000">
                <a:srgbClr val="0B1120"/>
              </a:gs>
            </a:gsLst>
            <a:lin ang="5400000" scaled="0"/>
          </a:gradFill>
          <a:ln w="8903">
            <a:solidFill>
              <a:srgbClr val="2563EB"/>
            </a:solidFill>
            <a:prstDash val="solid"/>
          </a:ln>
          <a:effectLst>
            <a:outerShdw blurRad="267101" dist="127" dir="5400000" algn="bl" rotWithShape="0">
              <a:srgbClr val="2563EB">
                <a:alpha val="45000"/>
              </a:srgbClr>
            </a:outerShdw>
          </a:effectLst>
        </p:spPr>
      </p:sp>
      <p:sp>
        <p:nvSpPr>
          <p:cNvPr id="8" name="Schema"/>
          <p:cNvSpPr/>
          <p:nvPr/>
        </p:nvSpPr>
        <p:spPr>
          <a:xfrm>
            <a:off x="6523209" y="251796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Schema"/>
          <p:cNvSpPr/>
          <p:nvPr/>
        </p:nvSpPr>
        <p:spPr>
          <a:xfrm>
            <a:off x="6523209" y="344391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Schema"/>
          <p:cNvSpPr/>
          <p:nvPr/>
        </p:nvSpPr>
        <p:spPr>
          <a:xfrm>
            <a:off x="6523209" y="4369869"/>
            <a:ext cx="409555" cy="409555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Chip:mail"/>
          <p:cNvSpPr/>
          <p:nvPr/>
        </p:nvSpPr>
        <p:spPr>
          <a:xfrm>
            <a:off x="1288029" y="2607003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2" name="Icon:mail"/>
          <p:cNvSpPr/>
          <p:nvPr/>
        </p:nvSpPr>
        <p:spPr>
          <a:xfrm>
            <a:off x="1397243" y="2735330"/>
            <a:ext cx="191126" cy="152901"/>
          </a:xfrm>
          <a:custGeom>
            <a:avLst/>
            <a:gdLst/>
            <a:ahLst/>
            <a:cxnLst/>
            <a:rect l="l" t="t" r="r" b="b"/>
            <a:pathLst>
              <a:path w="191126" h="152901">
                <a:moveTo>
                  <a:pt x="191126" y="28669"/>
                </a:moveTo>
                <a:lnTo>
                  <a:pt x="105205" y="83398"/>
                </a:lnTo>
                <a:cubicBezTo>
                  <a:pt x="99270" y="86845"/>
                  <a:pt x="91942" y="86845"/>
                  <a:pt x="86007" y="83398"/>
                </a:cubicBezTo>
                <a:lnTo>
                  <a:pt x="0" y="28669"/>
                </a:lnTo>
                <a:moveTo>
                  <a:pt x="19113" y="0"/>
                </a:moveTo>
                <a:lnTo>
                  <a:pt x="172013" y="0"/>
                </a:lnTo>
                <a:cubicBezTo>
                  <a:pt x="182569" y="0"/>
                  <a:pt x="191126" y="8557"/>
                  <a:pt x="191126" y="19113"/>
                </a:cubicBezTo>
                <a:lnTo>
                  <a:pt x="191126" y="133788"/>
                </a:lnTo>
                <a:cubicBezTo>
                  <a:pt x="191126" y="144344"/>
                  <a:pt x="182569" y="152901"/>
                  <a:pt x="172013" y="152901"/>
                </a:cubicBezTo>
                <a:lnTo>
                  <a:pt x="19113" y="152901"/>
                </a:lnTo>
                <a:cubicBezTo>
                  <a:pt x="8557" y="152901"/>
                  <a:pt x="0" y="144344"/>
                  <a:pt x="0" y="133788"/>
                </a:cubicBezTo>
                <a:lnTo>
                  <a:pt x="0" y="19113"/>
                </a:lnTo>
                <a:cubicBezTo>
                  <a:pt x="0" y="8557"/>
                  <a:pt x="8557" y="0"/>
                  <a:pt x="19113" y="0"/>
                </a:cubicBezTo>
                <a:close/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3" name="Chip:pencil"/>
          <p:cNvSpPr/>
          <p:nvPr/>
        </p:nvSpPr>
        <p:spPr>
          <a:xfrm>
            <a:off x="1288029" y="3301465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4" name="Icon:pencil"/>
          <p:cNvSpPr/>
          <p:nvPr/>
        </p:nvSpPr>
        <p:spPr>
          <a:xfrm>
            <a:off x="1396941" y="3408045"/>
            <a:ext cx="194058" cy="194056"/>
          </a:xfrm>
          <a:custGeom>
            <a:avLst/>
            <a:gdLst/>
            <a:ahLst/>
            <a:cxnLst/>
            <a:rect l="l" t="t" r="r" b="b"/>
            <a:pathLst>
              <a:path w="194058" h="194056">
                <a:moveTo>
                  <a:pt x="183535" y="48620"/>
                </a:moveTo>
                <a:cubicBezTo>
                  <a:pt x="194056" y="38101"/>
                  <a:pt x="194058" y="21045"/>
                  <a:pt x="183539" y="10523"/>
                </a:cubicBezTo>
                <a:cubicBezTo>
                  <a:pt x="173021" y="2"/>
                  <a:pt x="155965" y="0"/>
                  <a:pt x="145443" y="10519"/>
                </a:cubicBezTo>
                <a:lnTo>
                  <a:pt x="17905" y="138085"/>
                </a:lnTo>
                <a:cubicBezTo>
                  <a:pt x="15686" y="140298"/>
                  <a:pt x="14046" y="143022"/>
                  <a:pt x="13127" y="146017"/>
                </a:cubicBezTo>
                <a:lnTo>
                  <a:pt x="503" y="187606"/>
                </a:lnTo>
                <a:cubicBezTo>
                  <a:pt x="0" y="189290"/>
                  <a:pt x="462" y="191114"/>
                  <a:pt x="1705" y="192356"/>
                </a:cubicBezTo>
                <a:cubicBezTo>
                  <a:pt x="2949" y="193597"/>
                  <a:pt x="4774" y="194056"/>
                  <a:pt x="6457" y="193550"/>
                </a:cubicBezTo>
                <a:lnTo>
                  <a:pt x="48055" y="180936"/>
                </a:lnTo>
                <a:cubicBezTo>
                  <a:pt x="51048" y="180026"/>
                  <a:pt x="53772" y="178395"/>
                  <a:pt x="55987" y="176186"/>
                </a:cubicBezTo>
                <a:close/>
                <a:moveTo>
                  <a:pt x="124534" y="31304"/>
                </a:moveTo>
                <a:lnTo>
                  <a:pt x="162759" y="69529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5" name="Chip:crop"/>
          <p:cNvSpPr/>
          <p:nvPr/>
        </p:nvSpPr>
        <p:spPr>
          <a:xfrm>
            <a:off x="1288029" y="3995928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6" name="Icon:crop"/>
          <p:cNvSpPr/>
          <p:nvPr/>
        </p:nvSpPr>
        <p:spPr>
          <a:xfrm>
            <a:off x="1397243" y="4105143"/>
            <a:ext cx="191126" cy="191126"/>
          </a:xfrm>
          <a:custGeom>
            <a:avLst/>
            <a:gdLst/>
            <a:ahLst/>
            <a:cxnLst/>
            <a:rect l="l" t="t" r="r" b="b"/>
            <a:pathLst>
              <a:path w="191126" h="191126">
                <a:moveTo>
                  <a:pt x="38225" y="0"/>
                </a:moveTo>
                <a:lnTo>
                  <a:pt x="38225" y="133788"/>
                </a:lnTo>
                <a:cubicBezTo>
                  <a:pt x="38225" y="144344"/>
                  <a:pt x="46782" y="152901"/>
                  <a:pt x="57338" y="152901"/>
                </a:cubicBezTo>
                <a:lnTo>
                  <a:pt x="191126" y="152901"/>
                </a:lnTo>
                <a:moveTo>
                  <a:pt x="152901" y="191126"/>
                </a:moveTo>
                <a:lnTo>
                  <a:pt x="152901" y="57338"/>
                </a:lnTo>
                <a:cubicBezTo>
                  <a:pt x="152901" y="46782"/>
                  <a:pt x="144344" y="38225"/>
                  <a:pt x="133788" y="38225"/>
                </a:cubicBezTo>
                <a:lnTo>
                  <a:pt x="0" y="38225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7" name="Chip:refresh-cw"/>
          <p:cNvSpPr/>
          <p:nvPr/>
        </p:nvSpPr>
        <p:spPr>
          <a:xfrm>
            <a:off x="1288029" y="4690391"/>
            <a:ext cx="409555" cy="409555"/>
          </a:xfrm>
          <a:prstGeom prst="ellipse">
            <a:avLst/>
          </a:prstGeom>
          <a:gradFill rotWithShape="1">
            <a:gsLst>
              <a:gs pos="0">
                <a:srgbClr val="3B82F6"/>
              </a:gs>
              <a:gs pos="100000">
                <a:srgbClr val="1D4ED8"/>
              </a:gs>
            </a:gsLst>
            <a:path path="circle">
              <a:fillToRect l="50000" t="50000" r="50000" b="50000"/>
            </a:path>
          </a:gradFill>
          <a:ln/>
          <a:effectLst>
            <a:outerShdw blurRad="102389" dist="127" dir="5400000" algn="bl" rotWithShape="0">
              <a:srgbClr val="2563EB">
                <a:alpha val="55000"/>
              </a:srgbClr>
            </a:outerShdw>
          </a:effectLst>
        </p:spPr>
      </p:sp>
      <p:sp>
        <p:nvSpPr>
          <p:cNvPr id="18" name="Icon:refresh-cw"/>
          <p:cNvSpPr/>
          <p:nvPr/>
        </p:nvSpPr>
        <p:spPr>
          <a:xfrm>
            <a:off x="1406800" y="4809162"/>
            <a:ext cx="172013" cy="172013"/>
          </a:xfrm>
          <a:custGeom>
            <a:avLst/>
            <a:gdLst/>
            <a:ahLst/>
            <a:cxnLst/>
            <a:rect l="l" t="t" r="r" b="b"/>
            <a:pathLst>
              <a:path w="172013" h="172013">
                <a:moveTo>
                  <a:pt x="0" y="86007"/>
                </a:moveTo>
                <a:cubicBezTo>
                  <a:pt x="0" y="38506"/>
                  <a:pt x="38506" y="0"/>
                  <a:pt x="86007" y="0"/>
                </a:cubicBezTo>
                <a:cubicBezTo>
                  <a:pt x="110051" y="90"/>
                  <a:pt x="133129" y="9472"/>
                  <a:pt x="150416" y="26184"/>
                </a:cubicBezTo>
                <a:lnTo>
                  <a:pt x="172013" y="47781"/>
                </a:lnTo>
                <a:moveTo>
                  <a:pt x="172013" y="0"/>
                </a:moveTo>
                <a:lnTo>
                  <a:pt x="172013" y="47781"/>
                </a:lnTo>
                <a:lnTo>
                  <a:pt x="124232" y="47781"/>
                </a:lnTo>
                <a:moveTo>
                  <a:pt x="172013" y="86007"/>
                </a:moveTo>
                <a:cubicBezTo>
                  <a:pt x="172013" y="133507"/>
                  <a:pt x="133507" y="172013"/>
                  <a:pt x="86007" y="172013"/>
                </a:cubicBezTo>
                <a:cubicBezTo>
                  <a:pt x="61962" y="171923"/>
                  <a:pt x="38884" y="162541"/>
                  <a:pt x="21597" y="145829"/>
                </a:cubicBezTo>
                <a:lnTo>
                  <a:pt x="0" y="124232"/>
                </a:lnTo>
                <a:moveTo>
                  <a:pt x="47781" y="124232"/>
                </a:moveTo>
                <a:lnTo>
                  <a:pt x="0" y="124232"/>
                </a:lnTo>
                <a:lnTo>
                  <a:pt x="0" y="172013"/>
                </a:lnTo>
              </a:path>
            </a:pathLst>
          </a:custGeom>
          <a:noFill/>
          <a:ln w="19113" cap="rnd">
            <a:solidFill>
              <a:srgbClr val="FFFFFF"/>
            </a:solidFill>
            <a:prstDash val="solid"/>
            <a:round/>
          </a:ln>
        </p:spPr>
      </p:sp>
      <p:sp>
        <p:nvSpPr>
          <p:cNvPr id="19" name="Text:schema"/>
          <p:cNvSpPr/>
          <p:nvPr/>
        </p:nvSpPr>
        <p:spPr>
          <a:xfrm>
            <a:off x="1288029" y="2179641"/>
            <a:ext cx="952939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SHAREX</a:t>
            </a:r>
            <a:endParaRPr lang="en-US" sz="911" dirty="0"/>
          </a:p>
        </p:txBody>
      </p:sp>
      <p:sp>
        <p:nvSpPr>
          <p:cNvPr id="20" name="Text:schema"/>
          <p:cNvSpPr/>
          <p:nvPr/>
        </p:nvSpPr>
        <p:spPr>
          <a:xfrm>
            <a:off x="1822231" y="2621331"/>
            <a:ext cx="2273976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Grey border in every mail</a:t>
            </a:r>
            <a:endParaRPr lang="en-US" sz="1262" dirty="0"/>
          </a:p>
        </p:txBody>
      </p:sp>
      <p:sp>
        <p:nvSpPr>
          <p:cNvPr id="21" name="Text:schema"/>
          <p:cNvSpPr/>
          <p:nvPr/>
        </p:nvSpPr>
        <p:spPr>
          <a:xfrm>
            <a:off x="1822231" y="2840299"/>
            <a:ext cx="2273976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it in Outlook and it just looks tidy</a:t>
            </a:r>
            <a:endParaRPr lang="en-US" sz="981" dirty="0"/>
          </a:p>
        </p:txBody>
      </p:sp>
      <p:sp>
        <p:nvSpPr>
          <p:cNvPr id="22" name="Text:schema"/>
          <p:cNvSpPr/>
          <p:nvPr/>
        </p:nvSpPr>
        <p:spPr>
          <a:xfrm>
            <a:off x="1822231" y="3315794"/>
            <a:ext cx="2471241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 fast</a:t>
            </a:r>
            <a:endParaRPr lang="en-US" sz="1262" dirty="0"/>
          </a:p>
        </p:txBody>
      </p:sp>
      <p:sp>
        <p:nvSpPr>
          <p:cNvPr id="23" name="Text:schema"/>
          <p:cNvSpPr/>
          <p:nvPr/>
        </p:nvSpPr>
        <p:spPr>
          <a:xfrm>
            <a:off x="1822231" y="3534761"/>
            <a:ext cx="2471241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= arrow, T = text, Ctrl+D copies a shape</a:t>
            </a:r>
            <a:endParaRPr lang="en-US" sz="981" dirty="0"/>
          </a:p>
        </p:txBody>
      </p:sp>
      <p:sp>
        <p:nvSpPr>
          <p:cNvPr id="24" name="Text:schema"/>
          <p:cNvSpPr/>
          <p:nvPr/>
        </p:nvSpPr>
        <p:spPr>
          <a:xfrm>
            <a:off x="1822231" y="4010257"/>
            <a:ext cx="2859790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capture</a:t>
            </a:r>
            <a:endParaRPr lang="en-US" sz="1262" dirty="0"/>
          </a:p>
        </p:txBody>
      </p:sp>
      <p:sp>
        <p:nvSpPr>
          <p:cNvPr id="25" name="Text:schema"/>
          <p:cNvSpPr/>
          <p:nvPr/>
        </p:nvSpPr>
        <p:spPr>
          <a:xfrm>
            <a:off x="1822231" y="4229224"/>
            <a:ext cx="2859790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Keeps the edges of your browser window visible</a:t>
            </a:r>
            <a:endParaRPr lang="en-US" sz="981" dirty="0"/>
          </a:p>
        </p:txBody>
      </p:sp>
      <p:sp>
        <p:nvSpPr>
          <p:cNvPr id="26" name="Text:schema"/>
          <p:cNvSpPr/>
          <p:nvPr/>
        </p:nvSpPr>
        <p:spPr>
          <a:xfrm>
            <a:off x="1822231" y="4704720"/>
            <a:ext cx="2972056" cy="210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4"/>
              </a:lnSpc>
              <a:buNone/>
            </a:pPr>
            <a:r>
              <a:rPr lang="en-US" sz="126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and still updated</a:t>
            </a:r>
            <a:endParaRPr lang="en-US" sz="1262" dirty="0"/>
          </a:p>
        </p:txBody>
      </p:sp>
      <p:sp>
        <p:nvSpPr>
          <p:cNvPr id="27" name="Text:schema"/>
          <p:cNvSpPr/>
          <p:nvPr/>
        </p:nvSpPr>
        <p:spPr>
          <a:xfrm>
            <a:off x="1822231" y="4923687"/>
            <a:ext cx="2972056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source. Snagit is paid, Snipping Tool is basic</a:t>
            </a:r>
            <a:endParaRPr lang="en-US" sz="981" dirty="0"/>
          </a:p>
        </p:txBody>
      </p:sp>
      <p:sp>
        <p:nvSpPr>
          <p:cNvPr id="28" name="Text:schema"/>
          <p:cNvSpPr/>
          <p:nvPr/>
        </p:nvSpPr>
        <p:spPr>
          <a:xfrm>
            <a:off x="6523209" y="2179641"/>
            <a:ext cx="1296414" cy="160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4"/>
              </a:lnSpc>
              <a:buNone/>
            </a:pPr>
            <a:r>
              <a:rPr lang="en-US" sz="911" b="1" kern="0" spc="128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IN 3 STEPS</a:t>
            </a:r>
            <a:endParaRPr lang="en-US" sz="911" dirty="0"/>
          </a:p>
        </p:txBody>
      </p:sp>
      <p:sp>
        <p:nvSpPr>
          <p:cNvPr id="29" name="Text:schema"/>
          <p:cNvSpPr/>
          <p:nvPr/>
        </p:nvSpPr>
        <p:spPr>
          <a:xfrm>
            <a:off x="6497568" y="251796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2" dirty="0"/>
          </a:p>
        </p:txBody>
      </p:sp>
      <p:sp>
        <p:nvSpPr>
          <p:cNvPr id="30" name="Text:schema"/>
          <p:cNvSpPr/>
          <p:nvPr/>
        </p:nvSpPr>
        <p:spPr>
          <a:xfrm>
            <a:off x="7075218" y="2500162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Grab the prompt</a:t>
            </a:r>
            <a:endParaRPr lang="en-US" sz="1332" dirty="0"/>
          </a:p>
        </p:txBody>
      </p:sp>
      <p:sp>
        <p:nvSpPr>
          <p:cNvPr id="31" name="Text:schema"/>
          <p:cNvSpPr/>
          <p:nvPr/>
        </p:nvSpPr>
        <p:spPr>
          <a:xfrm>
            <a:off x="7075218" y="2767263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github.com/Joachim-Ally-Skyline/sharex-screenshot-setup</a:t>
            </a:r>
            <a:endParaRPr lang="en-US" sz="981" dirty="0"/>
          </a:p>
        </p:txBody>
      </p:sp>
      <p:sp>
        <p:nvSpPr>
          <p:cNvPr id="32" name="Text:schema"/>
          <p:cNvSpPr/>
          <p:nvPr/>
        </p:nvSpPr>
        <p:spPr>
          <a:xfrm>
            <a:off x="6497568" y="344391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2" dirty="0"/>
          </a:p>
        </p:txBody>
      </p:sp>
      <p:sp>
        <p:nvSpPr>
          <p:cNvPr id="33" name="Text:schema"/>
          <p:cNvSpPr/>
          <p:nvPr/>
        </p:nvSpPr>
        <p:spPr>
          <a:xfrm>
            <a:off x="7075218" y="3426112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it into your AI agent</a:t>
            </a:r>
            <a:endParaRPr lang="en-US" sz="1332" dirty="0"/>
          </a:p>
        </p:txBody>
      </p:sp>
      <p:sp>
        <p:nvSpPr>
          <p:cNvPr id="34" name="Text:schema"/>
          <p:cNvSpPr/>
          <p:nvPr/>
        </p:nvSpPr>
        <p:spPr>
          <a:xfrm>
            <a:off x="7075218" y="3693213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backs up your settings and installs ShareX only if you lack it</a:t>
            </a:r>
            <a:endParaRPr lang="en-US" sz="981" dirty="0"/>
          </a:p>
        </p:txBody>
      </p:sp>
      <p:sp>
        <p:nvSpPr>
          <p:cNvPr id="35" name="Text:schema"/>
          <p:cNvSpPr/>
          <p:nvPr/>
        </p:nvSpPr>
        <p:spPr>
          <a:xfrm>
            <a:off x="6497568" y="4369869"/>
            <a:ext cx="460838" cy="427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83"/>
              </a:lnSpc>
              <a:buNone/>
            </a:pPr>
            <a:r>
              <a:rPr lang="en-US" sz="14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2" dirty="0"/>
          </a:p>
        </p:txBody>
      </p:sp>
      <p:sp>
        <p:nvSpPr>
          <p:cNvPr id="36" name="Text:schema"/>
          <p:cNvSpPr/>
          <p:nvPr/>
        </p:nvSpPr>
        <p:spPr>
          <a:xfrm>
            <a:off x="7075218" y="4352063"/>
            <a:ext cx="3828448" cy="22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98"/>
              </a:lnSpc>
              <a:buNone/>
            </a:pPr>
            <a:r>
              <a:rPr lang="en-US" sz="133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 Ctrl+Shift+1</a:t>
            </a:r>
            <a:endParaRPr lang="en-US" sz="1332" dirty="0"/>
          </a:p>
        </p:txBody>
      </p:sp>
      <p:sp>
        <p:nvSpPr>
          <p:cNvPr id="37" name="Text:schema"/>
          <p:cNvSpPr/>
          <p:nvPr/>
        </p:nvSpPr>
        <p:spPr>
          <a:xfrm>
            <a:off x="7075218" y="4619164"/>
            <a:ext cx="3828448" cy="179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76"/>
              </a:lnSpc>
              <a:buNone/>
            </a:pPr>
            <a:r>
              <a:rPr lang="en-US" sz="98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over an area. Done.</a:t>
            </a:r>
            <a:endParaRPr lang="en-US" sz="981" dirty="0"/>
          </a:p>
        </p:txBody>
      </p:sp>
      <p:sp>
        <p:nvSpPr>
          <p:cNvPr id="38" name="Gradient"/>
          <p:cNvSpPr/>
          <p:nvPr/>
        </p:nvSpPr>
        <p:spPr>
          <a:xfrm>
            <a:off x="685800" y="5577840"/>
            <a:ext cx="10820095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11827"/>
              </a:gs>
              <a:gs pos="100000">
                <a:srgbClr val="0B1120"/>
              </a:gs>
            </a:gsLst>
            <a:lin ang="0" scaled="0"/>
          </a:gradFill>
          <a:ln w="9525">
            <a:solidFill>
              <a:srgbClr val="1F2937"/>
            </a:solidFill>
            <a:prstDash val="solid"/>
          </a:ln>
        </p:spPr>
      </p:sp>
      <p:sp>
        <p:nvSpPr>
          <p:cNvPr id="39" name="Gradient"/>
          <p:cNvSpPr/>
          <p:nvPr/>
        </p:nvSpPr>
        <p:spPr>
          <a:xfrm>
            <a:off x="813816" y="5715000"/>
            <a:ext cx="54864" cy="274320"/>
          </a:xfrm>
          <a:prstGeom prst="rect">
            <a:avLst/>
          </a:prstGeom>
          <a:gradFill rotWithShape="1">
            <a:gsLst>
              <a:gs pos="0">
                <a:srgbClr val="60A5FA"/>
              </a:gs>
              <a:gs pos="100000">
                <a:srgbClr val="1D4ED8"/>
              </a:gs>
            </a:gsLst>
            <a:lin ang="5400000" scaled="0"/>
          </a:gradFill>
          <a:ln/>
        </p:spPr>
      </p:sp>
      <p:sp>
        <p:nvSpPr>
          <p:cNvPr id="40" name="Text 37"/>
          <p:cNvSpPr/>
          <p:nvPr/>
        </p:nvSpPr>
        <p:spPr>
          <a:xfrm>
            <a:off x="960120" y="5577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Tip: switch on </a:t>
            </a:r>
            <a:r>
              <a:rPr lang="en-US" sz="1400" b="1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Windows+V</a:t>
            </a: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clipboard history and you can re-paste your last screenshots.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" val="generate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</Words>
  <Application>Microsoft Office PowerPoint</Application>
  <PresentationFormat>Breedbeeld</PresentationFormat>
  <Paragraphs>63</Paragraphs>
  <Slides>2</Slides>
  <Notes>2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7" baseType="lpstr">
      <vt:lpstr>Arial</vt:lpstr>
      <vt:lpstr>Inter</vt:lpstr>
      <vt:lpstr>Inter SemiBold</vt:lpstr>
      <vt:lpstr>SkylineSans Black</vt:lpstr>
      <vt:lpstr>Office Theme</vt:lpstr>
      <vt:lpstr>PowerPoint-presentatie</vt:lpstr>
      <vt:lpstr>PowerPoint-presentatie</vt:lpstr>
    </vt:vector>
  </TitlesOfParts>
  <Company>Skyline Communications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DataMiner – ShareX mini training</dc:title>
  <dc:subject>DataMiner Empower</dc:subject>
  <dc:creator>Skyline Communications</dc:creator>
  <cp:lastModifiedBy>Joachim Ally</cp:lastModifiedBy>
  <cp:revision>2</cp:revision>
  <dcterms:created xsi:type="dcterms:W3CDTF">2026-10-28T22:14:22Z</dcterms:created>
  <dcterms:modified xsi:type="dcterms:W3CDTF">2026-10-28T22:14:23Z</dcterms:modified>
</cp:coreProperties>
</file>